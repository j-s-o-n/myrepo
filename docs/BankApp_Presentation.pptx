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BankApp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Modern Full-Stack Banking Application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 comprehensive banking platform with AWS infrastructure, CI/CD pipelines, and enterprise-grade security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Developed with Claude Sonnet 4.5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2: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🎯 Vision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 modern, secure, and feature-rich banking application demonstrating best practices in full-stack development, cloud infrastructure, and DevOps.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📊 Key Features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Multi-Account Management - Checking, Savings, Credit accounts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Financial Goals Tracking - Set and monitor savings goals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Investment Portfolio - Track stocks and crypto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Health &amp; Fitness Integration - Holistic financial wellness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Live Currency Exchange - Real-time ZAR/USD rates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Buy Hub - In-app shopping recommendations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Per-User Settings - Personalized transaction limits and preferences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3: Architecture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🏗️ Modern Architecture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🔄 Development Flow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Local Development: SQLite + Vite Dev Server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Production: PostgreSQL + Docker + AWS ECS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┌─────────────────────────────────────────┐</a:t>
            </a:r>
            <a:br/>
            <a:r>
              <a:t>│         React Frontend (Vite)           │</a:t>
            </a:r>
            <a:br/>
            <a:r>
              <a:t>│  Dashboard | Goals | Crypto | Settings  │</a:t>
            </a:r>
            <a:br/>
            <a:r>
              <a:t>└─────────────┬───────────────────────────┘</a:t>
            </a:r>
            <a:br/>
            <a:r>
              <a:t>│ REST API</a:t>
            </a:r>
            <a:br/>
            <a:r>
              <a:t>┌─────────────▼───────────────────────────┐</a:t>
            </a:r>
            <a:br/>
            <a:r>
              <a:t>│       Express.js Backend (Node 18)      │</a:t>
            </a:r>
            <a:br/>
            <a:r>
              <a:t>│  Authentication | Settings | Goals API  │</a:t>
            </a:r>
            <a:br/>
            <a:r>
              <a:t>└─────────────┬───────────────────────────┘</a:t>
            </a:r>
            <a:br/>
            <a:r>
              <a:t>│ Sequelize ORM</a:t>
            </a:r>
            <a:br/>
            <a:r>
              <a:t>┌─────────────▼───────────────────────────┐</a:t>
            </a:r>
            <a:br/>
            <a:r>
              <a:t>│   Database (SQLite dev / PostgreSQL)    │</a:t>
            </a:r>
            <a:br/>
            <a:r>
              <a:t>│    Users | Settings | Goals Tab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4: Frontend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⚛️ React 18.3.1 + Vite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Modern Hooks-based Architecture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useState, useEffect for state management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Component-based design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Single Page Application (SPA)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🎨 Key Frontend Features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Responsive Dashboard with real-time data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Interactive Components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Account switcher with live balance updates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Transaction history with categorization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Spending analytics with visual progress bars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Live API Integration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Currency exchange rates (ExchangeRate API)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JSE stock data for South African markets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Cryptocurrency price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5: Backend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🚀 Express.js Server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📦 Database Models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User - Authentication with bcrypt hashing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UserSettings - Per-user preferences (1-to-1)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Goal - Financial goals tracking (1-to-many)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🔌 RESTful API Endpoints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Node.js 18 LTS</a:t>
            </a:r>
            <a:br/>
            <a:r>
              <a:t>├── Express 5.2.1 - Web framework</a:t>
            </a:r>
            <a:br/>
            <a:r>
              <a:t>├── Sequelize 6.37.7 - ORM for database</a:t>
            </a:r>
            <a:br/>
            <a:r>
              <a:t>├── bcryptjs 3.0.3 - Password hashing</a:t>
            </a:r>
            <a:br/>
            <a:r>
              <a:t>├── jsonwebtoken 9.0.3 - JWT authentication</a:t>
            </a:r>
            <a:br/>
            <a:r>
              <a:t>├── express-validator 7.3.1 - Input validation</a:t>
            </a:r>
            <a:br/>
            <a:r>
              <a:t>├── cors 2.8.5 - Cross-origin requests</a:t>
            </a:r>
            <a:br/>
            <a:r>
              <a:t>└── dotenv 17.2.3 - Environment configuration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POST   /api/auth/register    - User registration</a:t>
            </a:r>
            <a:br/>
            <a:r>
              <a:t>POST   /api/auth/login       - User authentication</a:t>
            </a:r>
            <a:br/>
            <a:r>
              <a:t>GET    /api/settings         - Fetch user settings</a:t>
            </a:r>
            <a:br/>
            <a:r>
              <a:t>PUT    /api/settings         - Update user settings</a:t>
            </a:r>
            <a:br/>
            <a:r>
              <a:t>POST   /api/settings/initialize - Initialize default settings</a:t>
            </a:r>
            <a:br/>
            <a:r>
              <a:t>GET    /api/goals            - Fetch user goals</a:t>
            </a:r>
            <a:br/>
            <a:r>
              <a:t>POST   /api/goals            - Create new goal</a:t>
            </a:r>
            <a:br/>
            <a:r>
              <a:t>PUT    /api/goals/:id        - Update goal</a:t>
            </a:r>
            <a:br/>
            <a:r>
              <a:t>DELETE /api/goals/:id        - Delete goal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6: 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🔐 Authentication &amp; Authorization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Token Generation: 24-hour expiration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Secure Storage: sessionStorage (cleared on tab close)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Middleware Protection: All sensitive endpoints require valid JWT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bcrypt Hashing: 10 rounds (2^10 iterations)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Minimum Length: 8 characters enforced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No Plain-text Storage: Only hashes stored in database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Pre-save Hooks: Auto-hash on create/update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// JWT Token Structure</a:t>
            </a:r>
            <a:br/>
            <a:r>
              <a:t>{</a:t>
            </a:r>
            <a:br/>
            <a:r>
              <a:t>id: user.id,</a:t>
            </a:r>
            <a:br/>
            <a:r>
              <a:t>email: user.email,</a:t>
            </a:r>
            <a:br/>
            <a:r>
              <a:t>exp: timestamp + 24h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7: Security Features - Per-User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🔒 Data Isolation Architecture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JWT Middleware: Extracts user.id from token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Query Filtering: All queries filtered by user_id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No Cross-User Access: Users cannot access other users' data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Complete user data privacy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No accidental data leakage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Scalable multi-tenant architecture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-- One-to-one relationship with CASCADE delete</a:t>
            </a:r>
            <a:br/>
            <a:r>
              <a:t>User.hasOne(UserSettings, {</a:t>
            </a:r>
            <a:br/>
            <a:r>
              <a:t>foreignKey: 'user_id',</a:t>
            </a:r>
            <a:br/>
            <a:r>
              <a:t>onDelete: 'CASCADE'</a:t>
            </a:r>
            <a:br/>
            <a:r>
              <a:t>});</a:t>
            </a:r>
            <a:br/>
            <a:br/>
            <a:r>
              <a:t>-- Unique constraint prevents duplicate settings</a:t>
            </a:r>
            <a:br/>
            <a:r>
              <a:t>UNIQUE(user_id)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// Example: Only fetch authenticated user's settings</a:t>
            </a:r>
            <a:br/>
            <a:r>
              <a:t>const settings = await UserSettings.findOne({</a:t>
            </a:r>
            <a:br/>
            <a:r>
              <a:t>where: { user_id: req.user.id } // From JWT token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8: Input Validation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🛡️ Multi-Layer Validation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Email format validation (regex)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Password length requirements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Real-time field validation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User-friendly error messages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Daily limit ≤ Monthly limit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Sum of channel limits ≤ Monthly limit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Prevent negative balances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Rate limiting (future enhancement)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🚫 Protection Against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SQL Injection (Sequelize parameterized queries)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XSS Attacks (Input sanitization)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CSRF (Token-based authentication)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Brute Force (JWT expiration)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// Email validation</a:t>
            </a:r>
            <a:br/>
            <a:r>
              <a:t>body('email').isEmail().withMessage('Valid email required')</a:t>
            </a:r>
            <a:br/>
            <a:br/>
            <a:r>
              <a:t>// Password strength</a:t>
            </a:r>
            <a:br/>
            <a:r>
              <a:t>body('password')</a:t>
            </a:r>
            <a:br/>
            <a:r>
              <a:t>.isLength({ min: 8 })</a:t>
            </a:r>
            <a:br/>
            <a:r>
              <a:t>.withMessage('Password must be 8+ characters')</a:t>
            </a:r>
            <a:br/>
            <a:br/>
            <a:r>
              <a:t>// Transaction limits</a:t>
            </a:r>
            <a:br/>
            <a:r>
              <a:t>body('daily_limit')</a:t>
            </a:r>
            <a:br/>
            <a:r>
              <a:t>.toInt()</a:t>
            </a:r>
            <a:br/>
            <a:r>
              <a:t>.isInt({ min: 0 })</a:t>
            </a:r>
            <a:br/>
            <a:r>
              <a:t>.withMessage('Must be positive integer')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9: AWS Cloud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☁️ Well-Architected AWS Deployment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Modular Design: Reusable VPC, ECR modules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Multi-Environment: dev, staging, prod configs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State Management: Remote S3 backend with locking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┌─────────────────────────────────────────┐</a:t>
            </a:r>
            <a:br/>
            <a:r>
              <a:t>│     VPC (10.0.0.0/16)                   │</a:t>
            </a:r>
            <a:br/>
            <a:r>
              <a:t>│  ┌─────────────────────────────────┐    │</a:t>
            </a:r>
            <a:br/>
            <a:r>
              <a:t>│  │ Public Subnets (2 AZs)          │    │</a:t>
            </a:r>
            <a:br/>
            <a:r>
              <a:t>│  │ us-east-1a, us-east-1b          │    │</a:t>
            </a:r>
            <a:br/>
            <a:r>
              <a:t>│  └─────────────────────────────────┘    │</a:t>
            </a:r>
            <a:br/>
            <a:r>
              <a:t>│  ┌─────────────────────────────────┐    │</a:t>
            </a:r>
            <a:br/>
            <a:r>
              <a:t>│  │ Private Subnets (2 AZs)         │    │</a:t>
            </a:r>
            <a:br/>
            <a:r>
              <a:t>│  │ us-east-1a, us-east-1b          │    │</a:t>
            </a:r>
            <a:br/>
            <a:r>
              <a:t>│  └─────────────────────────────────┘    │</a:t>
            </a:r>
            <a:br/>
            <a:r>
              <a:t>│  ┌─────────────────────────────────┐    │</a:t>
            </a:r>
            <a:br/>
            <a:r>
              <a:t>│  │ NAT Gateway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10: AWS Infrastructure - Planned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🚀 Future Deployment (Phase 2)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💰 Estimated Monthly Costs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Development: ~$90/month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Staging: ~$160/month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Production: ~$580/month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Total Infrastructure: ~$830/month for 3 environments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Internet</a:t>
            </a:r>
            <a:br/>
            <a:r>
              <a:t>│</a:t>
            </a:r>
            <a:br/>
            <a:r>
              <a:t>▼</a:t>
            </a:r>
            <a:br/>
            <a:r>
              <a:t>┌─────────────────────────────────────────┐</a:t>
            </a:r>
            <a:br/>
            <a:r>
              <a:t>│ Route 53 DNS + CloudFront CDN           │</a:t>
            </a:r>
            <a:br/>
            <a:r>
              <a:t>│ SSL/TLS Certificates (ACM)              │</a:t>
            </a:r>
            <a:br/>
            <a:r>
              <a:t>└─────────────┬───────────────────────────┘</a:t>
            </a:r>
            <a:br/>
            <a:r>
              <a:t>│</a:t>
            </a:r>
            <a:br/>
            <a:r>
              <a:t>┌─────────────▼───────────────────────────┐</a:t>
            </a:r>
            <a:br/>
            <a:r>
              <a:t>│ Application Load Balancer (ALB)         │</a:t>
            </a:r>
            <a:br/>
            <a:r>
              <a:t>│ Health Checks + SSL Termination         │</a:t>
            </a:r>
            <a:br/>
            <a:r>
              <a:t>└─────────────┬───────────────────────────┘</a:t>
            </a:r>
            <a:br/>
            <a:r>
              <a:t>│</a:t>
            </a:r>
            <a:br/>
            <a:r>
              <a:t>┌─────────────▼───────────────────────────┐</a:t>
            </a:r>
            <a:br/>
            <a:r>
              <a:t>│ ECS Fargate (Auto-scaling)              │</a:t>
            </a:r>
            <a:br/>
            <a:r>
              <a:t>│ Docker Containers (bankapp-dev:latest)  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11: CI/CD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🔄 GitHub Actions Workflow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Multi-stage Docker: Separate build and runtime stages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Layer Caching: Faster subsequent builds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Production Dependencies Only: Minimal runtime image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dumb-init: Proper signal handling in containers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Trigger: Push to develop branch</a:t>
            </a:r>
            <a:br/>
            <a:r>
              <a:t>│</a:t>
            </a:r>
            <a:br/>
            <a:r>
              <a:t>▼</a:t>
            </a:r>
            <a:br/>
            <a:r>
              <a:t>┌─────────────────────────────────────────┐</a:t>
            </a:r>
            <a:br/>
            <a:r>
              <a:t>│ STEP 1: Run Tests                       │</a:t>
            </a:r>
            <a:br/>
            <a:r>
              <a:t>│ ✓ ESLint code quality                   │</a:t>
            </a:r>
            <a:br/>
            <a:r>
              <a:t>│ ✓ Vitest unit tests                     │</a:t>
            </a:r>
            <a:br/>
            <a:r>
              <a:t>│ ✓ React Testing Library                 │</a:t>
            </a:r>
            <a:br/>
            <a:r>
              <a:t>└─────────────┬───────────────────────────┘</a:t>
            </a:r>
            <a:br/>
            <a:r>
              <a:t>│</a:t>
            </a:r>
            <a:br/>
            <a:r>
              <a:t>▼</a:t>
            </a:r>
            <a:br/>
            <a:r>
              <a:t>┌─────────────────────────────────────────┐</a:t>
            </a:r>
            <a:br/>
            <a:r>
              <a:t>│ STEP 2: Build Docker Image              │</a:t>
            </a:r>
            <a:br/>
            <a:r>
              <a:t>│ ✓ Multi-stage build (frontend + backend)│</a:t>
            </a:r>
            <a:br/>
            <a:r>
              <a:t>│ ✓ Node 18 Alpine (minimal size)         │</a:t>
            </a:r>
            <a:br/>
            <a:r>
              <a:t>│ ✓ Security: non-ro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12: Docker Containerization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🐳 Multi-Stage Dockerfile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📊 Image Stats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Final Size: 68.9 MB (compressed)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Base: Node 18 Alpine Linux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Security: Non-root user, minimal attack surface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Health Checks: Automated container health monitoring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FROM node:18-alpine AS frontend-builder</a:t>
            </a:r>
            <a:br/>
            <a:r>
              <a:t>WORKDIR /app/frontend</a:t>
            </a:r>
            <a:br/>
            <a:r>
              <a:t>COPY package*.json vite.config.js ./</a:t>
            </a:r>
            <a:br/>
            <a:r>
              <a:t>RUN npm ci  # Install all deps (including Vite)</a:t>
            </a:r>
            <a:br/>
            <a:r>
              <a:t>COPY src/ public/ index.html ./</a:t>
            </a:r>
            <a:br/>
            <a:r>
              <a:t>RUN npm run build  # Build React app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FROM node:18-alpine</a:t>
            </a:r>
            <a:br/>
            <a:r>
              <a:t>RUN apk add --no-cache dumb-init</a:t>
            </a:r>
            <a:br/>
            <a:r>
              <a:t>WORKDIR /app</a:t>
            </a:r>
            <a:br/>
            <a:r>
              <a:t>COPY package*.json ./</a:t>
            </a:r>
            <a:br/>
            <a:r>
              <a:t>RUN npm ci --only=production  # Runtime deps only</a:t>
            </a:r>
            <a:br/>
            <a:r>
              <a:t>COPY server/ ./server</a:t>
            </a:r>
            <a:br/>
            <a:r>
              <a:t>COPY --from=frontend-builder /app/frontend/dist ./dist</a:t>
            </a:r>
            <a:br/>
            <a:r>
              <a:t>USER nodejs  # Non-root user</a:t>
            </a:r>
            <a:br/>
            <a:r>
              <a:t>EXPOSE 3001</a:t>
            </a:r>
            <a:br/>
            <a:r>
              <a:t>HEALTHCHECK CMD node -e "require('http').get('http://localhost:3001/health'...)"</a:t>
            </a:r>
            <a:br/>
            <a:r>
              <a:t>CMD ["node", "server/index.cjs"]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13: 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🗄️ Relational Schema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💡 Design Principles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Normalization: Proper 3NF design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Referential Integrity: Foreign key constraints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Cascade Deletes: Clean up related data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Unique Constraints: One-to-one relationships enforced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Timestamps: Automatic created_at/updated_at tracking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┌──────────────────────────────────────┐</a:t>
            </a:r>
            <a:br/>
            <a:r>
              <a:t>│ users                                │</a:t>
            </a:r>
            <a:br/>
            <a:r>
              <a:t>├──────────────────────────────────────┤</a:t>
            </a:r>
            <a:br/>
            <a:r>
              <a:t>│ id (PK)              INTEGER          │</a:t>
            </a:r>
            <a:br/>
            <a:r>
              <a:t>│ email                VARCHAR UNIQUE   │</a:t>
            </a:r>
            <a:br/>
            <a:r>
              <a:t>│ password_hash        VARCHAR          │</a:t>
            </a:r>
            <a:br/>
            <a:r>
              <a:t>│ created_at           TIMESTAMP        │</a:t>
            </a:r>
            <a:br/>
            <a:r>
              <a:t>│ updated_at           TIMESTAMP        │</a:t>
            </a:r>
            <a:br/>
            <a:r>
              <a:t>└────────────┬─────────────────────────┘</a:t>
            </a:r>
            <a:br/>
            <a:r>
              <a:t>│ 1</a:t>
            </a:r>
            <a:br/>
            <a:r>
              <a:t>│ hasOne</a:t>
            </a:r>
            <a:br/>
            <a:r>
              <a:t>│ (CASCADE DELETE)</a:t>
            </a:r>
            <a:br/>
            <a:r>
              <a:t>│ 1</a:t>
            </a:r>
            <a:br/>
            <a:r>
              <a:t>┌────────────▼─────────────────────────┐</a:t>
            </a:r>
            <a:br/>
            <a:r>
              <a:t>│ user_settings                        │</a:t>
            </a:r>
            <a:br/>
            <a:r>
              <a:t>├───────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14: Key 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💼 Dashboard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Multi-Account View: Checking, Savings, Credit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Real-time Balance Display: Formatted in Rands (R)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Recent Transactions: Categorized with icons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Quick Actions: Send Money, Pay Bills, Cards, Analytics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Monthly Summary: Income, Expenses, Net Savings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Spending Analytics: Category breakdown with progress bars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Live Exchange Rate: ZAR/USD with auto-refresh (5 min)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🎯 Goals Management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Create Financial Goals: Vacation, Emergency Fund, etc.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Progress Tracking: Visual progress bars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Target Dates: Deadline monitoring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Custom Categories: Categorize with icons and colors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Contribution Tracking: Add money towards goals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Database Persistence: All goals saved per user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15: 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⚙️ Settings Management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Per-User Customization: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Street address, City, Postal code, Country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Stored securely per user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Daily Limit: Maximum daily spending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Monthly Limit: Maximum monthly spending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Channel Limits: Mobile app, Internet banking, ATM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Smart Validation: Daily ≤ Monthly, Sum ≤ Monthly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Card enabled/disabled toggle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Contactless payments control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Online payments control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International transactions control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Email notifications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SMS notifications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WhatsApp notifications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16: 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🧪 Comprehensive Test Coverage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Model validation tests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API endpoint tests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Authentication flow tests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Per-user isolation tests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Error handling tests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Prevent breaking existing functionality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Automated on every commit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Part of CI/CD pipeline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📊 Test Files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Dashboard.test.jsx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Login.test.jsx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Crypto.test.jsx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Accounts.test.jsx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Health.test.jsx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// Component unit tests</a:t>
            </a:r>
            <a:br/>
            <a:r>
              <a:t>describe('Dashboard', () =&gt; {</a:t>
            </a:r>
            <a:br/>
            <a:r>
              <a:t>test('renders account balances correctly')</a:t>
            </a:r>
            <a:br/>
            <a:r>
              <a:t>test('handles account switching')</a:t>
            </a:r>
            <a:br/>
            <a:r>
              <a:t>test('displays transactions with correct categories')</a:t>
            </a:r>
            <a:br/>
            <a:r>
              <a:t>test('shows loading states')</a:t>
            </a:r>
            <a:br/>
            <a:r>
              <a:t>test('handles API errors gracefully')</a:t>
            </a:r>
            <a:br/>
            <a:r>
              <a:t>})</a:t>
            </a:r>
            <a:br/>
            <a:br/>
            <a:r>
              <a:t>// Integration tests</a:t>
            </a:r>
            <a:br/>
            <a:r>
              <a:t>describe('Settings API Integration', () =&gt; {</a:t>
            </a:r>
            <a:br/>
            <a:r>
              <a:t>test('fetches user settings on mount')</a:t>
            </a:r>
            <a:br/>
            <a:r>
              <a:t>test('updates settings and shows success message')</a:t>
            </a:r>
            <a:br/>
            <a:r>
              <a:t>test('validates transaction limits')</a:t>
            </a:r>
            <a:br/>
            <a:r>
              <a:t>test('handles 401 unauthorized')</a:t>
            </a:r>
            <a:br/>
            <a:r>
              <a:t>})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17: Environment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🔧 Multi-Environment Setup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🔐 Secrets Management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AWS Secrets Manager for sensitive data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Environment-specific configurations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Automatic secret rotation (production)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No secrets in source code or Git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NODE_ENV=development</a:t>
            </a:r>
            <a:br/>
            <a:r>
              <a:t>DB_DIALECT=sqlite</a:t>
            </a:r>
            <a:br/>
            <a:r>
              <a:t>DB_STORAGE=./server/database.sqlite</a:t>
            </a:r>
            <a:br/>
            <a:r>
              <a:t>JWT_SECRET=dev-secret-key</a:t>
            </a:r>
            <a:br/>
            <a:r>
              <a:t>PORT=3001</a:t>
            </a:r>
            <a:br/>
            <a:r>
              <a:t>CORS_ORIGIN=http://localhost:5173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NODE_ENV=staging</a:t>
            </a:r>
            <a:br/>
            <a:r>
              <a:t>DB_DIALECT=postgres</a:t>
            </a:r>
            <a:br/>
            <a:r>
              <a:t>DB_HOST={{resolve:secretsmanager:bankapp/staging/db-host}}</a:t>
            </a:r>
            <a:br/>
            <a:r>
              <a:t>DB_PASSWORD={{resolve:secretsmanager:bankapp/staging/db-password}}</a:t>
            </a:r>
            <a:br/>
            <a:r>
              <a:t>JWT_SECRET={{resolve:secretsmanager:bankapp/staging/jwt-secret}}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18: Performance Optimizations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⚡ Frontend Optimizations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Vite Build Tool: Lightning-fast HMR and builds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React Hooks: Efficient component re-rendering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Code Splitting: Load only what's needed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Asset Optimization: Minified JS/CSS bundles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CDN Delivery: CloudFront for static assets (prod)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🚀 Backend Optimizations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Database Connection Pooling: Reuse connections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Sequelize Query Optimization: Select only needed fields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JWT Token Caching: Reduce verification overhead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CORS Preflight Caching: Reduce OPTIONS requests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Gzip Compression: Reduce payload size (production)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📦 Docker Optimizations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Multi-stage Build: Smaller final image (68.9 MB)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Layer Caching: Faster rebuilds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pool: {</a:t>
            </a:r>
            <a:br/>
            <a:r>
              <a:t>max: 5,</a:t>
            </a:r>
            <a:br/>
            <a:r>
              <a:t>min: 0,</a:t>
            </a:r>
            <a:br/>
            <a:r>
              <a:t>acquire: 30000,</a:t>
            </a:r>
            <a:br/>
            <a:r>
              <a:t>idle: 10000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19: Monitoring &amp; Observability (Planned)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📊 CloudWatch Metrics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Application Metrics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Request count and latency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Error rates by endpoint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Database query performance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Container CPU/Memory usage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Infrastructure Metrics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ECS task health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ALB target health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RDS connections and throughput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NAT Gateway data transfer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🔍 Logging Strategy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🚨 Alerting (Future)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Critical Alerts: Service down, database unreachable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Warning Alerts: High error rate, slow response time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// Application Logs</a:t>
            </a:r>
            <a:br/>
            <a:r>
              <a:t>console.log('✅ Server running on http://localhost:3001')</a:t>
            </a:r>
            <a:br/>
            <a:r>
              <a:t>console.log('✅ Database synced successfully')</a:t>
            </a:r>
            <a:br/>
            <a:r>
              <a:t>console.error('❌ Failed to start server:', error)</a:t>
            </a:r>
            <a:br/>
            <a:br/>
            <a:r>
              <a:t>// CloudWatch Log Groups (Production)</a:t>
            </a:r>
            <a:br/>
            <a:r>
              <a:t>/aws/ecs/bankapp-prod/application</a:t>
            </a:r>
            <a:br/>
            <a:r>
              <a:t>/aws/ecs/bankapp-prod/nginx</a:t>
            </a:r>
            <a:br/>
            <a:r>
              <a:t>/aws/rds/bankapp-prod/postgresql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20: Security Best Practices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🔒 Security Layers Implemented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JWT token-based authentication (24h expiration)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Bcrypt password hashing (10 rounds)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Secure token storage (sessionStorage)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Protected API endpoints with middleware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Per-user data isolation (database level)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Encrypted data at rest (RDS, S3, ECR)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Encrypted data in transit (HTTPS/TLS)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No sensitive data in logs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Frontend validation (email, password, limits)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Backend validation (express-validator)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Business logic validation (transaction rules)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SQL injection prevention (Sequelize ORM)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VPC isolation with private subnets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Security groups (least privilege)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21: Development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📝 Code Quality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Branching Strategy: master (production), develop (development)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Commit Messages: Descriptive with co-author attribution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Pull Requests: Code review process (planned)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.gitignore: Excludes secrets, dependencies, build artifacts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README.md: Project overview and setup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AWS_ARCHITECTURE.md: Infrastructure design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DEPLOYMENT_GUIDE.md: Step-by-step deployment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API Documentation: Endpoint specifications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Inline Comments: Complex logic explained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TestAiApp/</a:t>
            </a:r>
            <a:br/>
            <a:r>
              <a:t>├── src/                    # Frontend React code</a:t>
            </a:r>
            <a:br/>
            <a:r>
              <a:t>│   ├── components/         # Reusable UI components</a:t>
            </a:r>
            <a:br/>
            <a:r>
              <a:t>│   ├── test/              # Test files</a:t>
            </a:r>
            <a:br/>
            <a:r>
              <a:t>│   └── main.jsx           # Application entry point</a:t>
            </a:r>
            <a:br/>
            <a:r>
              <a:t>├── server/                 # Backend Express code</a:t>
            </a:r>
            <a:br/>
            <a:r>
              <a:t>│   ├── config/            # Database, auth config</a:t>
            </a:r>
            <a:br/>
            <a:r>
              <a:t>│   ├── models/            # Sequelize models</a:t>
            </a:r>
            <a:br/>
            <a:r>
              <a:t>│   ├── routes/            # API endpoints</a:t>
            </a:r>
            <a:br/>
            <a:r>
              <a:t>│   ├── middleware/        # Auth, validation</a:t>
            </a:r>
            <a:br/>
            <a:r>
              <a:t>│   └── index.cjs          # Server entry point</a:t>
            </a:r>
            <a:br/>
            <a:r>
              <a:t>├── publ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22: Scalability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📈 Horizontal Scaling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ECS Auto-scaling: Scale based on CPU/Memory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Stateless Design: Sessions in JWT (no server affinity)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Load Balancing: ALB distributes traffic evenly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RDS Read Replicas: Offload read traffic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Connection Pooling: Reuse database connections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Query Optimization: Indexes on frequently queried fields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Caching Layer: Redis/ElastiCache (future)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S3 Auto-scaling: Unlimited storage capacity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CloudFront CDN: Global edge caching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Multi-AZ Deployment: High availability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💰 Cost Optimization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Reserved Instances: Long-term RDS/compute savings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Spot Instances: Dev/test environments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S3 Lifecycle Policies: Move old logs to Glacier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Target Tracking:</a:t>
            </a:r>
            <a:br/>
            <a:r>
              <a:t>- CPU Utilization: 70%</a:t>
            </a:r>
            <a:br/>
            <a:r>
              <a:t>- Memory Utilization: 80%</a:t>
            </a:r>
            <a:br/>
            <a:r>
              <a:t>- Request Count: 1000/target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23: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🚀 Planned Features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📧 Email notifications (SES)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📱 SMS alerts (SNS)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💬 WhatsApp integration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📊 Advanced analytics dashboard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🤖 AI-powered spending insights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🔔 Real-time push notifications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📄 PDF statement generation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💳 Card management (freeze/unfreeze)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🔍 Elasticsearch for transaction search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📊 Grafana dashboards for metrics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🧪 End-to-end testing (Playwright)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🔄 GraphQL API (alternative to REST)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🌐 Multi-language support (i18n)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♿ Accessibility improvements (WCAG 2.1)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24: Technology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🛠️ Complete Tech Stack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React 18.3.1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Vite 6.0.3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Vitest 4.0.17 (Testing)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React Testing Library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Node.js 18 LTS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Express.js 5.2.1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Sequelize 6.37.7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bcryptjs 3.0.3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jsonwebtoken 9.0.3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express-validator 7.3.1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SQLite (Development)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PostgreSQL (Production)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AWS VPC, EC2, ECS Fargate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Amazon ECR (Container Registry)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25: Project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📊 Codebase Metrics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Frontend: ~3,500 lines (JSX + CSS)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Backend: ~800 lines (JavaScript)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Tests: ~600 lines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Infrastructure: ~400 lines (Terraform)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Total: ~5,300 lines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React Components: 10+ components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API Routes: 3 route files (auth, settings, goals)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Database Models: 3 models (User, UserSettings, Goal)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Terraform Modules: 2 modules (VPC, ECR)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GitHub Workflows: 3 workflows (dev, staging, prod)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🏠 Dashboard with 7 widgets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💰 Multi-account management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🎯 Financial goals tracking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₿ Cryptocurrency tracking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26: Development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⏱️ Project Milestones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React frontend setup with Vite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Express backend with REST API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SQLite database with Sequelize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User authentication (JWT + bcrypt)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Basic dashboard UI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Multi-account management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Transaction display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Settings page with per-user data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Financial goals tracking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Database persistence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Cryptocurrency tracking (CoinGecko API)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Stock performance (JSE data)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Health &amp; Fitness integration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Buy Hub shopping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27: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💡 Key Takeaways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Full-Stack Mastery: Complete MERN-like stack (React + Node + SQL)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Cloud Infrastructure: AWS well-architected framework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DevOps Excellence: CI/CD pipeline with automated deployments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Security First: Multi-layer security from code to cloud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Scalable Design: Horizontal scaling with ECS + RDS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Separation of Concerns: Frontend, backend, database layers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DRY Principle: Reusable components and modules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Version Control: Proper Git workflow with branches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Documentation: Comprehensive docs for every layer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Testing: Unit, integration, and regression tests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Docker Build Optimization: Multi-stage builds for minimal images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Git Large Files: Proper .gitignore configuration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Per-User Isolation: Database design for multi-tenancy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API Integration: Multiple external APIs (crypto, stocks, currency)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28: Demo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🎬 Live Application Features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1. Login/Register → Secure authentication with JWT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2. Dashboard → View balances, transactions, exchange rates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3. Accounts → Switch between checking/savings/credit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4. Goals → Create "Vacation Fund" goal, add contributions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5. Investments → View JSE stock performance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6. Crypto → Track Bitcoin and Ethereum prices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7. Settings → Update transaction limits, toggle card features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8. Health → Log daily steps and water intake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9. Buy Hub → Browse shopping categories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Real-time Updates: Exchange rates refresh every 5 minutes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Persistent Data: All changes saved to database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Responsive UI: Smooth transitions and loading states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Error Handling: Graceful error messages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Session Management: Auto-logout on token expiration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29: Deployment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🚀 Current Production Status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VPC with public/private subnets (2 AZs)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NAT Gateways for high availability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ECR repository with latest image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S3 bucket for Terraform state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DynamoDB table for state locking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AWS Secrets Manager with JWT secrets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GitHub Actions workflow (passing)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GitHub: https://github.com/J-S-O-N/myrepo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Latest Workflow: https://github.com/J-S-O-N/myrepo/actions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Docker Image: 454016835436.dkr.ecr.us-east-1.amazonaws.com/bankapp-dev:latest</a:t>
            </a:r>
          </a:p>
          <a:p>
            <a:pPr>
              <a:defRPr sz="1200">
                <a:solidFill>
                  <a:srgbClr val="586E75"/>
                </a:solidFill>
                <a:latin typeface="Courier New"/>
              </a:defRPr>
            </a:pPr>
            <a:r>
              <a:t>GitHub Repository</a:t>
            </a:r>
            <a:br/>
            <a:r>
              <a:t>│</a:t>
            </a:r>
            <a:br/>
            <a:r>
              <a:t>▼</a:t>
            </a:r>
            <a:br/>
            <a:r>
              <a:t>GitHub Actions CI/CD</a:t>
            </a:r>
            <a:br/>
            <a:r>
              <a:t>│</a:t>
            </a:r>
            <a:br/>
            <a:r>
              <a:t>▼</a:t>
            </a:r>
            <a:br/>
            <a:r>
              <a:t>Docker Build (Multi-stage)</a:t>
            </a:r>
            <a:br/>
            <a:r>
              <a:t>│</a:t>
            </a:r>
            <a:br/>
            <a:r>
              <a:t>▼</a:t>
            </a:r>
            <a:br/>
            <a:r>
              <a:t>Amazon ECR</a:t>
            </a:r>
            <a:br/>
            <a:r>
              <a:t>└─ bankapp-dev:latest (68.9 MB)</a:t>
            </a:r>
            <a:br/>
            <a:r>
              <a:t>└─ Image ID: 10205b3</a:t>
            </a:r>
            <a:br/>
            <a:r>
              <a:t>└─ Pushed: Success 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Slide 30: 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🎯 Project Summary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BankApp is a production-ready, full-stack banking application demonstrating: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Modern web development practices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Enterprise-grade security architecture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Scalable cloud infrastructure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Automated CI/CD pipeline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✅ Comprehensive feature set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📈 Impact &amp; Value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Technical Excellence: Best practices across the stack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Security Focus: Multi-layer protection for user data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Cloud-Native: Built for AWS from day one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Developer Experience: Clean code, documentation, tests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Business Ready: Scalable to thousands of users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### 🚀 Immediate Next Steps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1. Deploy ECS Infrastructure - Complete Phase 2 deployment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284C7"/>
                </a:solidFill>
              </a:defRPr>
            </a:pPr>
            <a:r>
              <a:t>Thank You!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### Questions?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Contact Information: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GitHub: https://github.com/J-S-O-N/myrepo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AWS Region: us-east-1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Tech Stack: React + Node.js + AWS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Built with: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Claude Sonnet 4.5 AI Assistant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Modern development best practices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Security-first architecture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Production-ready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